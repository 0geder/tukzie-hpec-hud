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AppData\Local\Temp\claude\c--Users-0geda-OneDrive---University-of-Cape-Town-Documents-PlatformIO-Projects\02999ba8-77fc-45f7-8817-da26b024fcdd\scratchpad\deck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Embedded Telemetry Unit and Windshield HUD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TUKZIE Rev 0 Electric Cargo Trike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4008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 s.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trike's ride at the edge and shows only safety-relevant data head-up.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1097280" y="17739360"/>
            <a:ext cx="13629132" cy="12229540"/>
          </a:xfrm>
          <a:prstGeom prst="roundRect">
            <a:avLst>
              <a:gd name="adj" fmla="val 261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81965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81965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81508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5600" dirty="0"/>
          </a:p>
        </p:txBody>
      </p:sp>
      <p:pic>
        <p:nvPicPr>
          <p:cNvPr id="15" name="Image 1" descr="C:\Users\0geda\AppData\Local\Temp\claude\c--Users-0geda-OneDrive---University-of-Cape-Town-Documents-PlatformIO-Projects\02999ba8-77fc-45f7-8817-da26b024fcdd\scratchpad\deck\assets\bench_labe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9751040"/>
            <a:ext cx="12348972" cy="9029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37360" y="2891734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setup: ESP32-S3 telemetry unit with LTE modem, two IMUs, GNSS and BLE battery link; Raspberry Pi 4 camera, time-aligned by a sync-pulse wire.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1097280" y="30791860"/>
            <a:ext cx="13629132" cy="9176564"/>
          </a:xfrm>
          <a:prstGeom prst="roundRect">
            <a:avLst>
              <a:gd name="adj" fmla="val 34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00200" y="312490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00200" y="312490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6"/>
          <p:cNvSpPr txBox="1"/>
          <p:nvPr/>
        </p:nvSpPr>
        <p:spPr>
          <a:xfrm>
            <a:off x="3063240" y="312033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5600" dirty="0"/>
          </a:p>
        </p:txBody>
      </p:sp>
      <p:sp>
        <p:nvSpPr>
          <p:cNvPr id="21" name="Shape 17"/>
          <p:cNvSpPr/>
          <p:nvPr/>
        </p:nvSpPr>
        <p:spPr>
          <a:xfrm>
            <a:off x="1737360" y="3280354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03120" y="3280354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each interface on the target board</a:t>
            </a:r>
            <a:endParaRPr lang="en-US" sz="3000" dirty="0"/>
          </a:p>
        </p:txBody>
      </p:sp>
      <p:sp>
        <p:nvSpPr>
          <p:cNvPr id="23" name="Shape 19"/>
          <p:cNvSpPr/>
          <p:nvPr/>
        </p:nvSpPr>
        <p:spPr>
          <a:xfrm>
            <a:off x="1737360" y="3403798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103120" y="3403798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both IMUs at 200 Hz and calibrate them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737360" y="3527242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103120" y="3527242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ride features and fuse the two IMUs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737360" y="3650686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03120" y="3650686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locally and publish over LTE</a:t>
            </a:r>
            <a:endParaRPr lang="en-US" sz="3000" dirty="0"/>
          </a:p>
        </p:txBody>
      </p:sp>
      <p:sp>
        <p:nvSpPr>
          <p:cNvPr id="29" name="Shape 25"/>
          <p:cNvSpPr/>
          <p:nvPr/>
        </p:nvSpPr>
        <p:spPr>
          <a:xfrm>
            <a:off x="1737360" y="3774130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D4700C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103120" y="3774130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the moving vehicle</a:t>
            </a:r>
            <a:endParaRPr lang="en-US" sz="3000" dirty="0"/>
          </a:p>
        </p:txBody>
      </p:sp>
      <p:sp>
        <p:nvSpPr>
          <p:cNvPr id="31" name="Text 27"/>
          <p:cNvSpPr txBox="1"/>
          <p:nvPr/>
        </p:nvSpPr>
        <p:spPr>
          <a:xfrm>
            <a:off x="1737360" y="39021460"/>
            <a:ext cx="123489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tested before the next is built on it. Stage 5 is still to come.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15549372" y="10515600"/>
            <a:ext cx="13629132" cy="13903810"/>
          </a:xfrm>
          <a:prstGeom prst="roundRect">
            <a:avLst>
              <a:gd name="adj" fmla="val 2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31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6" name="Shape 32"/>
          <p:cNvSpPr/>
          <p:nvPr/>
        </p:nvSpPr>
        <p:spPr>
          <a:xfrm>
            <a:off x="16189452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6463772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6600" dirty="0"/>
          </a:p>
        </p:txBody>
      </p:sp>
      <p:sp>
        <p:nvSpPr>
          <p:cNvPr id="38" name="Text 34"/>
          <p:cNvSpPr txBox="1"/>
          <p:nvPr/>
        </p:nvSpPr>
        <p:spPr>
          <a:xfrm>
            <a:off x="16463772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zero dropped samples</a:t>
            </a:r>
            <a:endParaRPr lang="en-US" sz="2600" dirty="0"/>
          </a:p>
        </p:txBody>
      </p:sp>
      <p:sp>
        <p:nvSpPr>
          <p:cNvPr id="39" name="Shape 35"/>
          <p:cNvSpPr/>
          <p:nvPr/>
        </p:nvSpPr>
        <p:spPr>
          <a:xfrm>
            <a:off x="22592538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2866858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8%</a:t>
            </a:r>
            <a:endParaRPr lang="en-US" sz="6600" dirty="0"/>
          </a:p>
        </p:txBody>
      </p:sp>
      <p:sp>
        <p:nvSpPr>
          <p:cNvPr id="41" name="Text 37"/>
          <p:cNvSpPr txBox="1"/>
          <p:nvPr/>
        </p:nvSpPr>
        <p:spPr>
          <a:xfrm>
            <a:off x="22866858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between the two IMUs, calibrated down to noise</a:t>
            </a:r>
            <a:endParaRPr lang="en-US" sz="2600" dirty="0"/>
          </a:p>
        </p:txBody>
      </p:sp>
      <p:sp>
        <p:nvSpPr>
          <p:cNvPr id="42" name="Shape 38"/>
          <p:cNvSpPr/>
          <p:nvPr/>
        </p:nvSpPr>
        <p:spPr>
          <a:xfrm>
            <a:off x="16189452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6463772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s</a:t>
            </a:r>
            <a:endParaRPr lang="en-US" sz="6600" dirty="0"/>
          </a:p>
        </p:txBody>
      </p:sp>
      <p:sp>
        <p:nvSpPr>
          <p:cNvPr id="44" name="Text 40"/>
          <p:cNvSpPr txBox="1"/>
          <p:nvPr/>
        </p:nvSpPr>
        <p:spPr>
          <a:xfrm>
            <a:off x="16463772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aligned to the IMU data</a:t>
            </a:r>
            <a:endParaRPr lang="en-US" sz="2600" dirty="0"/>
          </a:p>
        </p:txBody>
      </p:sp>
      <p:sp>
        <p:nvSpPr>
          <p:cNvPr id="45" name="Shape 41"/>
          <p:cNvSpPr/>
          <p:nvPr/>
        </p:nvSpPr>
        <p:spPr>
          <a:xfrm>
            <a:off x="22592538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2866858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/ 149</a:t>
            </a:r>
            <a:endParaRPr lang="en-US" sz="6600" dirty="0"/>
          </a:p>
        </p:txBody>
      </p:sp>
      <p:sp>
        <p:nvSpPr>
          <p:cNvPr id="47" name="Text 43"/>
          <p:cNvSpPr txBox="1"/>
          <p:nvPr/>
        </p:nvSpPr>
        <p:spPr>
          <a:xfrm>
            <a:off x="22866858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fused from both IMUs</a:t>
            </a:r>
            <a:endParaRPr lang="en-US" sz="2600" dirty="0"/>
          </a:p>
        </p:txBody>
      </p:sp>
      <p:pic>
        <p:nvPicPr>
          <p:cNvPr id="48" name="Image 2" descr="C:\Users\0geda\AppData\Local\Temp\claude\c--Users-0geda-OneDrive---University-of-Cape-Town-Documents-PlatformIO-Projects\02999ba8-77fc-45f7-8817-da26b024fcdd\scratchpad\deck\assets\vibrati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9452" y="19019520"/>
            <a:ext cx="12348972" cy="4211170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6189452" y="2336785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150 s bench session: board still, then disturbed by hand from about 75 s. The fused estimate (green) sits between the two sensors.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5549372" y="25242370"/>
            <a:ext cx="13629132" cy="7223760"/>
          </a:xfrm>
          <a:prstGeom prst="roundRect">
            <a:avLst>
              <a:gd name="adj" fmla="val 443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6052292" y="2569957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6052292" y="2569957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3" name="Text 48"/>
          <p:cNvSpPr txBox="1"/>
          <p:nvPr/>
        </p:nvSpPr>
        <p:spPr>
          <a:xfrm>
            <a:off x="17515332" y="2565385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</a:t>
            </a:r>
            <a:endParaRPr lang="en-US" sz="5600" dirty="0"/>
          </a:p>
        </p:txBody>
      </p:sp>
      <p:sp>
        <p:nvSpPr>
          <p:cNvPr id="54" name="Text 49"/>
          <p:cNvSpPr txBox="1"/>
          <p:nvPr/>
        </p:nvSpPr>
        <p:spPr>
          <a:xfrm>
            <a:off x="16189452" y="27254050"/>
            <a:ext cx="123489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reply: assumed 13 fields, measured 9; the manual documents 16, with speed in knots.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(BLE) service lookup was wrong; fixed, and the frame decoding matched an independent parser byte for byte.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microSD chip-select is not fitted, so logging moved to the processor's own flash.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boot loop traced to a flash-size mismatch with the 16 MB partition table.</a:t>
            </a:r>
            <a:endParaRPr lang="en-US" sz="3000" dirty="0"/>
          </a:p>
        </p:txBody>
      </p:sp>
      <p:sp>
        <p:nvSpPr>
          <p:cNvPr id="55" name="Shape 50"/>
          <p:cNvSpPr/>
          <p:nvPr/>
        </p:nvSpPr>
        <p:spPr>
          <a:xfrm>
            <a:off x="15549372" y="33289090"/>
            <a:ext cx="13629132" cy="6679334"/>
          </a:xfrm>
          <a:prstGeom prst="roundRect">
            <a:avLst>
              <a:gd name="adj" fmla="val 479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16052292" y="3374629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16052292" y="3374629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58" name="Text 53"/>
          <p:cNvSpPr txBox="1"/>
          <p:nvPr/>
        </p:nvSpPr>
        <p:spPr>
          <a:xfrm>
            <a:off x="17515332" y="3370057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and next steps</a:t>
            </a:r>
            <a:endParaRPr lang="en-US" sz="5600" dirty="0"/>
          </a:p>
        </p:txBody>
      </p:sp>
      <p:sp>
        <p:nvSpPr>
          <p:cNvPr id="59" name="Text 54"/>
          <p:cNvSpPr txBox="1"/>
          <p:nvPr/>
        </p:nvSpPr>
        <p:spPr>
          <a:xfrm>
            <a:off x="16189452" y="35300770"/>
            <a:ext cx="12348972" cy="4393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subsystem runs together on the target board, with dual-IMU fusion verified live.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recalibrate the IMUs and run the on-vehicle field test, then integrate the time-of-flight and air-quality sensors and build the HUD.</a:t>
            </a:r>
            <a:endParaRPr lang="en-US" sz="3000" dirty="0"/>
          </a:p>
        </p:txBody>
      </p:sp>
      <p:pic>
        <p:nvPicPr>
          <p:cNvPr id="60" name="Image 3" descr="C:\Users\0geda\AppData\Local\Temp\claude\c--Users-0geda-OneDrive---University-of-Cape-Town-Documents-PlatformIO-Projects\02999ba8-77fc-45f7-8817-da26b024fcdd\scratchpad\deck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telemetry unit and windshield HUD for the TUKZIE Rev 0</dc:title>
  <dc:subject>PptxGenJS Presentation</dc:subject>
  <dc:creator>PptxGenJS</dc:creator>
  <cp:lastModifiedBy>PptxGenJS</cp:lastModifiedBy>
  <cp:revision>1</cp:revision>
  <dcterms:created xsi:type="dcterms:W3CDTF">2026-09-28T14:53:30Z</dcterms:created>
  <dcterms:modified xsi:type="dcterms:W3CDTF">2026-09-28T14:53:30Z</dcterms:modified>
</cp:coreProperties>
</file>