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of an Embedded HPEC Telemetry Unit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 Integration for the TUKZIE Rev 0 Platform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gives the driver only safety-relevant alerts.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OneDrive - University of Cape Town\Documents\PlatformIO\Projects\Tukzie-HPEC-HUD\Presentation\source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GNSS, BLE battery link and Hall counter; Raspberry Pi 4 with camera detector and three distance sensors, time-aligned by a sync-pulse wire.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 and publish over LTE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5: road test planned for 14 October.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zero dropped samples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 ms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camera latency, sensor to result, at 19.5 fps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m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 / 149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fused from both IMUs</a:t>
            </a:r>
            <a:endParaRPr lang="en-US" sz="2600" dirty="0"/>
          </a:p>
        </p:txBody>
      </p:sp>
      <p:pic>
        <p:nvPicPr>
          <p:cNvPr id="48" name="Image 2" descr="C:\Users\0geda\OneDrive - University of Cape Town\Documents\PlatformIO\Projects\Tukzie-HPEC-HUD\Presentation\source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8503920"/>
          </a:xfrm>
          <a:prstGeom prst="roundRect">
            <a:avLst>
              <a:gd name="adj" fmla="val 376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6217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 layout differed from the one assumed, so satellite counts were read as the position; the parser was rewritten.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checksum included one byte too many, so every real frame failed; fixed and confirmed on the pack.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writes stalled both IMUs (proved by switching the log off); the log is now buffered and written once a minute.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image: the camera has no infrared filter; the NoIR tuning plus saturation 1.8 restores the colours.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4 brown-outs: the ESP32's LTE modem drew its current through the Pi's USB; it needs its own powered hub. A fan took the Pi from 81 C to 48 to 57 C.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stuck distance sensor froze the reader; a 0.5 s timeout now skips it, and all three read.</a:t>
            </a:r>
            <a:endParaRPr lang="en-US" sz="2700" dirty="0"/>
          </a:p>
        </p:txBody>
      </p:sp>
      <p:sp>
        <p:nvSpPr>
          <p:cNvPr id="55" name="Shape 50"/>
          <p:cNvSpPr/>
          <p:nvPr/>
        </p:nvSpPr>
        <p:spPr>
          <a:xfrm>
            <a:off x="15549372" y="34569250"/>
            <a:ext cx="13629132" cy="5399174"/>
          </a:xfrm>
          <a:prstGeom prst="roundRect">
            <a:avLst>
              <a:gd name="adj" fmla="val 592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502645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502645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498073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6580930"/>
            <a:ext cx="12348972" cy="31131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hardware; hazards, navigation and spoken directions run on the existing dashboard (Pi 5).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progress: central database with backlog replay (v0.7.4) and the pothole model on the Pi 4.</a:t>
            </a:r>
            <a:endParaRPr lang="en-US" sz="27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7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road test (planned 14 Oct), recalibrate in place, answer RQ3 and RQ4 on the move.</a:t>
            </a:r>
            <a:endParaRPr lang="en-US" sz="2700" dirty="0"/>
          </a:p>
        </p:txBody>
      </p:sp>
      <p:pic>
        <p:nvPicPr>
          <p:cNvPr id="60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HPEC telemetry unit and dashboard integration for the TUKZIE Rev 0</dc:title>
  <dc:subject>PptxGenJS Presentation</dc:subject>
  <dc:creator>PptxGenJS</dc:creator>
  <cp:lastModifiedBy>PptxGenJS</cp:lastModifiedBy>
  <cp:revision>1</cp:revision>
  <dcterms:created xsi:type="dcterms:W3CDTF">2026-10-11T03:26:32Z</dcterms:created>
  <dcterms:modified xsi:type="dcterms:W3CDTF">2026-10-11T03:26:32Z</dcterms:modified>
</cp:coreProperties>
</file>