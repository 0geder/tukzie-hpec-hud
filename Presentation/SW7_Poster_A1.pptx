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AppData\Local\Temp\claude\c--Users-0geda-OneDrive---University-of-Cape-Town-Documents-PlatformIO-Projects\02999ba8-77fc-45f7-8817-da26b024fcdd\scratchpad\deck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Telemetry Unit and Windshield HUD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TUKZIE Rev 0 Electric Cargo Trike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shows only safety-relevant data head-up.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AppData\Local\Temp\claude\c--Users-0geda-OneDrive---University-of-Cape-Town-Documents-PlatformIO-Projects\02999ba8-77fc-45f7-8817-da26b024fcdd\scratchpad\deck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 and BLE battery link; Raspberry Pi 4 camera,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between the two IMUs, calibrated down to noise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aligned to the IMU data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AppData\Local\Temp\claude\c--Users-0geda-OneDrive---University-of-Cape-Town-Documents-PlatformIO-Projects\02999ba8-77fc-45f7-8817-da26b024fcdd\scratchpad\deck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7223760"/>
          </a:xfrm>
          <a:prstGeom prst="roundRect">
            <a:avLst>
              <a:gd name="adj" fmla="val 443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reply: assumed 13 fields, measured 9; the manual documents 16, with speed in knots.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(BLE) service lookup was wrong; fixed, and the frame decoding matched an independent parser byte for byte.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microSD chip-select is not fitted, so logging moved to the processor's own flash.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boot loop traced to a flash-size mismatch with the 16 MB partition table.</a:t>
            </a:r>
            <a:endParaRPr lang="en-US" sz="3000" dirty="0"/>
          </a:p>
        </p:txBody>
      </p:sp>
      <p:sp>
        <p:nvSpPr>
          <p:cNvPr id="55" name="Shape 50"/>
          <p:cNvSpPr/>
          <p:nvPr/>
        </p:nvSpPr>
        <p:spPr>
          <a:xfrm>
            <a:off x="15549372" y="33289090"/>
            <a:ext cx="13629132" cy="6679334"/>
          </a:xfrm>
          <a:prstGeom prst="roundRect">
            <a:avLst>
              <a:gd name="adj" fmla="val 479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374629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374629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370057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5300770"/>
            <a:ext cx="12348972" cy="439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board, with dual-IMU fusion verified live.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recalibrate the IMUs and run the on-vehicle field test, then integrate the time-of-flight and air-quality sensors and build the HUD.</a:t>
            </a:r>
            <a:endParaRPr lang="en-US" sz="3000" dirty="0"/>
          </a:p>
        </p:txBody>
      </p:sp>
      <p:pic>
        <p:nvPicPr>
          <p:cNvPr id="60" name="Image 3" descr="C:\Users\0geda\AppData\Local\Temp\claude\c--Users-0geda-OneDrive---University-of-Cape-Town-Documents-PlatformIO-Projects\02999ba8-77fc-45f7-8817-da26b024fcdd\scratchpad\deck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telemetry unit and windshield HUD for the TUKZIE Rev 0</dc:title>
  <dc:subject>PptxGenJS Presentation</dc:subject>
  <dc:creator>PptxGenJS</dc:creator>
  <cp:lastModifiedBy>PptxGenJS</cp:lastModifiedBy>
  <cp:revision>1</cp:revision>
  <dcterms:created xsi:type="dcterms:W3CDTF">2026-09-29T20:40:03Z</dcterms:created>
  <dcterms:modified xsi:type="dcterms:W3CDTF">2026-09-29T20:40:03Z</dcterms:modified>
</cp:coreProperties>
</file>